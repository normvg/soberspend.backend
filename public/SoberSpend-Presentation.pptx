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183b496af_15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g3d183b496af_1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183b496af_15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183b496af_15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7" name="Google Shape;97;g3d183b496af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183b496af_15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183b496af_15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3" name="Google Shape;103;g3d183b496af_1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183b496af_15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183b496af_15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g3d183b496af_1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d183b496af_15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83b496af_15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5" name="Google Shape;115;g3d183b496af_1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183b496af_15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133661" y="5423950"/>
            <a:ext cx="592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[Team name]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[Problem Statement Title]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637150" y="1308550"/>
            <a:ext cx="11135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Brief 1–2 line description of your solution, what problem it solves + how (in simple terms)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690150" y="1336550"/>
            <a:ext cx="1081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TECHNICAL APPROACH</a:t>
            </a:r>
            <a:endParaRPr b="1" sz="24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2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2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Technologies to be used (e.g. programming languages, frameworks, hardware)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690150" y="1336550"/>
            <a:ext cx="10811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sz="24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2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2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Methodology and process for implementation (Flow Charts/Images/ working prototype)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690150" y="1336550"/>
            <a:ext cx="10811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FEASIBILITY AND VIABILITY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2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2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Analysis of the feasibility of the idea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Potential challenges and risks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Strategies for overcoming these challenges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690150" y="1336550"/>
            <a:ext cx="108117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Details / Links of the reference and research work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